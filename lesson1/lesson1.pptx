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6C8C1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D9CCF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开发提效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全景</a:t>
            </a:r>
            <a:pPr indent="0" marL="0">
              <a:buNone/>
            </a:pPr>
            <a:r>
              <a:rPr lang="en-US" sz="4800" b="1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&amp;  </a:t>
            </a:r>
            <a:pPr indent="0" marL="0">
              <a:buNone/>
            </a:pPr>
            <a:r>
              <a:rPr lang="en-US" sz="4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工具对比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一次课讲清楚：聊天式、IDE 内嵌、命令式 Agent 各自擅长什么，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再用 Claude Code × Cursor 现场对比一把。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3977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3977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3977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977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3977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AEFC4"/>
          </a:solidFill>
          <a:ln/>
        </p:spPr>
      </p:sp>
      <p:sp>
        <p:nvSpPr>
          <p:cNvPr id="16" name="Text 14"/>
          <p:cNvSpPr/>
          <p:nvPr/>
        </p:nvSpPr>
        <p:spPr>
          <a:xfrm>
            <a:off x="4069080" y="3977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分钟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一杯茶的时间，把 AI 用对味。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3200400" cy="3200400"/>
          </a:xfrm>
          <a:prstGeom prst="ellipse">
            <a:avLst/>
          </a:prstGeom>
          <a:solidFill>
            <a:srgbClr val="D7E3C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D9CCF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 ·  今日路线图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六段路，一杯茶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六段路，一杯茶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E3F3E7"/>
          </a:solidFill>
          <a:ln/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环境准备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6334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Cursor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64592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BE2DC"/>
          </a:solidFill>
          <a:ln/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10712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10712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三种开发模式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10712" y="26334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 · IDE · 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164592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ECE4FA"/>
          </a:solidFill>
          <a:ln/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81344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三大工具速览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81344" y="26334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· Cursor · Codex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27832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AEFC4"/>
          </a:solidFill>
          <a:ln/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319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37764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基础技巧 ×20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42153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一天就能上手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27832" y="3227832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E1EFF2"/>
          </a:solidFill>
          <a:ln/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10712" y="3319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410712" y="37764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现场演示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10712" y="42153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K 线图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98464" y="3227832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7E3E8"/>
          </a:solidFill>
          <a:ln/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81344" y="3319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81344" y="37764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作业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81344" y="42153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行情监控脚本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BEE3C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环境准备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起手式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环境准备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起手式：三行命令 + 一次下载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783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终端里安装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3749040" cy="1783080"/>
          </a:xfrm>
          <a:prstGeom prst="rect">
            <a:avLst/>
          </a:prstGeom>
          <a:solidFill>
            <a:srgbClr val="FDFBF3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一键安装脚本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F5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F5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F5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      </a:t>
            </a:r>
            <a:pPr indent="0" marL="0">
              <a:buNone/>
            </a:pPr>
            <a:r>
              <a:rPr lang="en-US" sz="1100" dirty="0">
                <a:solidFill>
                  <a:srgbClr val="A8A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首次引导登录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17830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783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图形化安装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2651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 cursor.com 下载安装包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首次打开登录账号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VS Code 配置？一键导入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两款都有免费额度，先跑通再决定订阅。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2743200" cy="2743200"/>
          </a:xfrm>
          <a:prstGeom prst="ellipse">
            <a:avLst/>
          </a:prstGeom>
          <a:solidFill>
            <a:srgbClr val="F3DB9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三种 AI 开发模式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自主性递增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 开发的三种模式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自主性从左到右递增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783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/ Claude.ai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复制粘贴搬运代码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不碰你的文件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适合：一次性小问题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19272" y="160020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02152" y="1783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7" name="Text 15"/>
          <p:cNvSpPr/>
          <p:nvPr/>
        </p:nvSpPr>
        <p:spPr>
          <a:xfrm>
            <a:off x="3502152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内嵌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47872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编辑器里补全 / 对话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上下文自动注入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适合：日常编码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344" y="160020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64224" y="1783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命令式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/ Codex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9944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终端读写文件、跑命令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自主推进多步任务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适合：重构 · 自动化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4434840"/>
            <a:ext cx="6400800" cy="0"/>
          </a:xfrm>
          <a:prstGeom prst="line">
            <a:avLst/>
          </a:prstGeom>
          <a:noFill/>
          <a:ln w="19050">
            <a:solidFill>
              <a:srgbClr val="7F5B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人控制得多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7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自主得多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选型心法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用对场景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关键认知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没有最好的工具，只有</a:t>
            </a:r>
            <a:pPr indent="0" marL="0">
              <a:buNone/>
            </a:pPr>
            <a:r>
              <a:rPr lang="en-US" sz="3000" b="1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最合场景</a:t>
            </a:r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的工具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7F7ED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探索性问题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"这个库能干嘛？"、"架构怎么选？" —— 先去聊天工具里开脑。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9272" y="16459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ECE4FA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02152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02152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日常编码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47872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改函数、写组件、调 CSS —— IDE 内 Tab 补全 + 行内改写最顺滑。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02152" y="3886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3886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内嵌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6459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BE2DC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64224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64224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重构 · 自动化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9944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跨多文件、要跑命令、要闭环验证 —— 直接上终端 Agent。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64224" y="3886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3886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3200400" cy="32004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011680" cy="201168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三大工具速览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Claude Code Claude 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· Claude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终端里的 AI 队友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7548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它擅长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读写文件、执行命令、自主推进多步任务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接入外部资源（数据库、API、浏览器）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把经验沉淀成可复用能力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在关键节点自动触发 shell 逻辑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691640"/>
            <a:ext cx="3200400" cy="2880360"/>
          </a:xfrm>
          <a:prstGeom prst="roundRect">
            <a:avLst>
              <a:gd name="adj" fmla="val 3810"/>
            </a:avLst>
          </a:prstGeom>
          <a:solidFill>
            <a:srgbClr val="E3F3E7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8288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最合场景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复杂任务 · 多文件操作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工作流自动化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在你终端里"干活"，不只是"聊天"。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3200400" cy="3200400"/>
          </a:xfrm>
          <a:prstGeom prst="ellipse">
            <a:avLst/>
          </a:prstGeom>
          <a:solidFill>
            <a:srgbClr val="D9CCF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011680" cy="201168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三大工具速览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Cursor Cursor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· Cursor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原生的 VS Code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7548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四件套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补全 —— 行尾接续，常能写完整函数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内联编辑 Ctrl+K —— 选中 + 自然语言改写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聊天面板 Ctrl+L —— 问代码、找 bug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模式 Ctrl+I —— 跨文件改造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691640"/>
            <a:ext cx="3200400" cy="2880360"/>
          </a:xfrm>
          <a:prstGeom prst="roundRect">
            <a:avLst>
              <a:gd name="adj" fmla="val 3810"/>
            </a:avLst>
          </a:prstGeom>
          <a:solidFill>
            <a:srgbClr val="ECE4FA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8288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最合场景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日常编码 · 快速迭代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 diff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AI 内嵌进你每一次击键里。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3200400" cy="32004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011680" cy="201168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三大工具速览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Codex Codex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· Codex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的两个形态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7548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两种用法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—— 本地终端 Agent，类似 Claude Code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—— 云端沙箱异步跑任务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开源免费 · Cloud 适合并行批量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本课以 Claude Code + Cursor 为主线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691640"/>
            <a:ext cx="3200400" cy="2880360"/>
          </a:xfrm>
          <a:prstGeom prst="roundRect">
            <a:avLst>
              <a:gd name="adj" fmla="val 3810"/>
            </a:avLst>
          </a:prstGeom>
          <a:solidFill>
            <a:srgbClr val="FBE2DC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8288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最合场景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本地快速编辑（CLI）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并行独立任务（Cloud）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作为主线工具的对照参考。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9CCF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对比矩阵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一眼看懂差异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一张表看完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三大工具 · 六个维度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维度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 Code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Cursor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Codex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交互模式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云端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高（沙箱）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全项目 +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当前项目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 + 仓库快照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/ Skill /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/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学习曲线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中（熟终端）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低（VS Code）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$20 / Max $100+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$20（credit）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免费 + 订阅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D7E3C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D9CCF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03.4 · 社区生态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官方之外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社区增强生态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官方只是底座，生态在飞速长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0116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Claude Code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Claude Code 提供 agent 调优、专用 skill、代码审查流水线等增强能力。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73736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20116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方法论框架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12080" y="30175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开发方法论，提供标准化的 skill 设计与执行模式。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今天只需知道它们的定位，后续课程会逐步展开。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D9CCF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6C8C1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Cursor 技巧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— 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Cursor 基础技巧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每条都是第一天就能用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810512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链式补全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行尾按 Tab 接整段；再按跳下一处。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810512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行内改写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 + 自然语言描述 → 原位 diff。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Ctrl+I 开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跨文件重构，把选中当上下文。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468880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 Ctrl+K 写命令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中文描述就能生成 shell，少查参数。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054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Ctrl+L 召唤 Chat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282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最轻量入口，问代码、找 bug、学库。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D9CCF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6C8C1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Cursor 技巧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— 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Cursor 基础技巧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 AI 接入你的工作流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810512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引用文件 / 符号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精准定位文件、函数、Git 改动。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810512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@docs 拉官方文档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30+ 主流库，避免过时 API。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.cursorrules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 / 风格 / 禁用项，每次自动注入。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468880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自动生成 commit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源代码管理面板点魔法棒按钮。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D9CCF4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054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按需切模型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282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 Sonnet；难题切 Opus / GPT。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BEE3C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Claude Code 技巧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— 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Claude Code 基础技巧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终端 Agent 的日常手感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810512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生成 CLAUDE.md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新项目第一件事，自建记忆基座。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810512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引用文件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@src/auth/login.ts，Claude 自己读。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拖图 / 粘截图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错误截图 / UI 稿 / 日志图直接贴。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468880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(Shift+Tab)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只读不动文件，出方案后再执行。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054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清上下文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282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换任务必做；上下文越满越笨。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BEE3C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Claude Code 技巧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— 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Claude Code 基础技巧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 AI 变成自检的队友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810512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/ Esc+Esc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跑偏立刻停；双击回滚到任一节点。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810512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--continue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终端关了能续上次对话。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管道输入日志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log | claude "分析"，精确 10 倍。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500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468880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自检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624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"写完跑测试 / lint，有错就修。"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EADF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BEE3C8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5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054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 &gt;&gt; 模糊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282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给样例、给完成标准，返工立刻少。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2743200" cy="274320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ellipse">
            <a:avLst/>
          </a:prstGeom>
          <a:solidFill>
            <a:srgbClr val="D7E3C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04.3 · 通用心法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两把总钥匙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心法 · 两款通用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三条，比二十条技巧更重要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F7F7ED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描述越具体，返工越少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 AI：改哪里、参考什么样例、怎样算完成。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169164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FBE2DC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47872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47872" y="2514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 AI 自检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47872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给它一个可验证信号 —— 测试、lint、build、截图。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69164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ECE4FA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9944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9944" y="2514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两次纠错就重来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改两次还不对，上下文已乱，清空重开更快。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现场演示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× Cursor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现场演示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同一句 Prompt，两种工具并排跑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AEFC4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8745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AEFC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写一个 Python 脚本，获取最近一个月的 BTC 行情并绘制 K 线图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9718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71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Prompt（两边一模一样）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7772400" cy="1143000"/>
          </a:xfrm>
          <a:prstGeom prst="rect">
            <a:avLst/>
          </a:prstGeom>
          <a:solidFill>
            <a:srgbClr val="FDFBF3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D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帮我在 [claude-demo/cursor-demo] 文件夹中，写一个 Python 脚本，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D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来实现一下比特币行情数据的获取，获取最近一个月的比特币的行情数据，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D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并且在本地绘制 K 线图。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D9CCF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演示对比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看差异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并排流程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Prompt 到跑通，各自几步？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265176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环节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 Code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Cursor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2D3D3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启动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 claude，粘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打开项目，Agent 粘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2D3D3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创建文件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claude-demo/btc_kline.py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cursor-demo/btc_kline.py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2D3D3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装依赖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 pip 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 pip 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2D3D3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验证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自主跑脚本 + 看图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自主跑脚本 + 看图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2D3D3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体验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纯终端，适合无 IDE 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可视化 diff，改动一眼可见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重点盯：代码风格差异 · 达到可运行花的轮次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F3DB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作业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双工具对比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作业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写一个加密货币行情监控脚本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Python + argparse / click 做 CLI，Claude Code 和 Cursor 各做一版。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E3F3E7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行情 + 预警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/ CoinGecko 获取 BTC、ETH 实时价；阈值突破输出告警。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9272" y="182880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ECE4FA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47872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47872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持久化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47872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每次查询入库；支持查最近 N 条的最高 / 最低 / 均价。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182880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FBE2DC"/>
          </a:solidFill>
          <a:ln w="6350">
            <a:solidFill>
              <a:srgbClr val="EADFC8"/>
            </a:solidFill>
            <a:prstDash val="solid"/>
          </a:ln>
          <a:effectLst>
            <a:outerShdw sx="100000" sy="100000" kx="0" ky="0" algn="bl" rotWithShape="0" blurRad="127000" dist="25400" dir="8100000">
              <a:srgbClr val="2D3D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9944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9944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子命令 CLI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9944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alert · stats，规范接入。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D9CCF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作业 · 提交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对比报告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"/>
            <a:ext cx="182880" cy="27432"/>
          </a:xfrm>
          <a:prstGeom prst="rect">
            <a:avLst/>
          </a:prstGeom>
          <a:solidFill>
            <a:srgbClr val="7FB6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提交内容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两份代码 + 一张对比表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265176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维度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 Code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7F5B7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Cursor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D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交互轮次（到跑通）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代码结构 / 模块划分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错误处理覆盖度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是否主动补测试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3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主观体验（1 — 5）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最后写一段结论：后续会优先用哪个，</a:t>
            </a:r>
            <a:pPr algn="ctr" indent="0" marL="0">
              <a:buNone/>
            </a:pPr>
            <a:r>
              <a:rPr lang="en-US" sz="1200" b="1" i="1" dirty="0">
                <a:solidFill>
                  <a:srgbClr val="7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</a:t>
            </a:r>
            <a:pPr algn="ctr" indent="0" marL="0">
              <a:buNone/>
            </a:pPr>
            <a:r>
              <a:rPr lang="en-US" sz="12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AI 开发提效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EE3C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F6C8C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2743200"/>
            <a:ext cx="2286000" cy="2286000"/>
          </a:xfrm>
          <a:prstGeom prst="ellipse">
            <a:avLst/>
          </a:prstGeom>
          <a:solidFill>
            <a:srgbClr val="D9CCF4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wrap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去</a:t>
            </a:r>
            <a:pPr algn="ctr" indent="0" marL="0">
              <a:buNone/>
            </a:pPr>
            <a:r>
              <a:rPr lang="en-US" sz="7200" b="1" i="1" dirty="0">
                <a:solidFill>
                  <a:srgbClr val="7F5B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折腾</a:t>
            </a:r>
            <a:pPr algn="ctr" indent="0" marL="0">
              <a:buNone/>
            </a:pPr>
            <a:r>
              <a:rPr lang="en-US" sz="7200" b="1" dirty="0">
                <a:solidFill>
                  <a:srgbClr val="2D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吧 ✿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先把两款工具都跑一遍，再回来对比。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手感永远比听课重要。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3977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E4F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3977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AEFC4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fun 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延伸阅读 · Claude Best Practices · Cursor Agent Best Practices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 课 · AI 开发提效全景与工具对比</dc:title>
  <dc:subject>PptxGenJS Presentation</dc:subject>
  <dc:creator>AI 驱动的软件开发提效实战课</dc:creator>
  <cp:lastModifiedBy>AI 驱动的软件开发提效实战课</cp:lastModifiedBy>
  <cp:revision>1</cp:revision>
  <dcterms:created xsi:type="dcterms:W3CDTF">2026-04-19T16:01:07Z</dcterms:created>
  <dcterms:modified xsi:type="dcterms:W3CDTF">2026-04-19T16:01:07Z</dcterms:modified>
</cp:coreProperties>
</file>